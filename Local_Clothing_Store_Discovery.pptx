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thinkQbator  •  FAST-TRACK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E5EB"/>
                </a:solidFill>
                <a:latin typeface="Calibri"/>
              </a:defRPr>
            </a:pPr>
            <a:r>
              <a:t>Product Readiness Submission  |  Slide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A6E"/>
                </a:solidFill>
                <a:latin typeface="Calibri"/>
              </a:defRPr>
            </a:pPr>
            <a:r>
              <a:t>How your idea works on the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828800" cy="32004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1.  Customer opens app — location detected via GPS, nearby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stores shown on map/list view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2.  Customer searches and filters by style, size, category, or price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3.  Customer checks real-time stock and photos for specific items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4.  Customer places order or reserves item for pickup/delivery,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pays via integrated payment gateway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5.  Store owner gets notification, confirms and fulfills order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through merchant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03320"/>
            <a:ext cx="2286000" cy="32004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216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Deployment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Mobile app (customer-facing) + Web app + Merchant dashboard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Backend server + Database + Cloud hosting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GPS/Location services for store discovery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Product inventory management system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Payment gateway integration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Notification system (push / in-app)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Search &amp; filter technology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API integrations &amp; basic analytics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286000" cy="32004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984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Metrics &amp; Impact (Target — Year 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1691640" cy="9601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745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A6E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317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Stores</a:t>
            </a:r>
            <a:br/>
            <a:r>
              <a:t>Onboarded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783080"/>
            <a:ext cx="1691640" cy="9601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8745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A6E"/>
                </a:solidFill>
                <a:latin typeface="Calibri"/>
              </a:defRPr>
            </a:pPr>
            <a:r>
              <a:t>1,000+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3317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Active</a:t>
            </a:r>
            <a:br/>
            <a:r>
              <a:t>Users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783080"/>
            <a:ext cx="1691640" cy="9601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8745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A6E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3317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Faster</a:t>
            </a:r>
            <a:br/>
            <a:r>
              <a:t>Discovery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834640"/>
            <a:ext cx="1691640" cy="9601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9260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A6E"/>
                </a:solidFill>
                <a:latin typeface="Calibri"/>
              </a:defRPr>
            </a:pPr>
            <a:r>
              <a:t>3+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383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Localities</a:t>
            </a:r>
            <a:br/>
            <a:r>
              <a:t>Covered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2834640"/>
            <a:ext cx="1691640" cy="9601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9260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A6E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383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Pilot</a:t>
            </a:r>
            <a:br/>
            <a:r>
              <a:t>Stores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834640"/>
            <a:ext cx="1691640" cy="9601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9260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A6E"/>
                </a:solidFill>
                <a:latin typeface="Calibri"/>
              </a:defRPr>
            </a:pPr>
            <a:r>
              <a:t>4.5★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383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Avg.</a:t>
            </a:r>
            <a:br/>
            <a:r>
              <a:t>Rating</a:t>
            </a:r>
          </a:p>
        </p:txBody>
      </p:sp>
      <p:pic>
        <p:nvPicPr>
          <p:cNvPr id="32" name="Picture 31" descr="screen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749039"/>
            <a:ext cx="1645920" cy="23774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955280" y="393192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Live interactive prototype built as a mobile-first web app. Features: GPS-based store discovery, real-time inventory, cart management, merchant dashboard, and profile management.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6875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A6E"/>
                </a:solidFill>
                <a:latin typeface="Calibri"/>
              </a:defRPr>
            </a:pPr>
            <a:r>
              <a:t>Team: Pramod Yadav  |  Mohd Uzair Khan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2531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Social Impact: Yes — Empowers small/local clothing retailers with digital visibility, helping them compete with large marketplaces and sustain local livelihoods.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E5EB"/>
                </a:solidFill>
                <a:latin typeface="Calibri"/>
              </a:defRPr>
            </a:pPr>
            <a:r>
              <a:t>thinkQbator Fast-Track Batch  |  Local Clothing Store Discovery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thinkQbator  •  FAST-TRACK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E5EB"/>
                </a:solidFill>
                <a:latin typeface="Calibri"/>
              </a:defRPr>
            </a:pPr>
            <a:r>
              <a:t>Product Readiness Submission  |  Slide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A6E"/>
                </a:solidFill>
                <a:latin typeface="Calibri"/>
              </a:defRPr>
            </a:pPr>
            <a:r>
              <a:t>Show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Interactive demo prototype built with HTML/CSS/JS — open in browser to experience the full app.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463040" cy="27432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2646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Photo — App Screenshots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669280" cy="3291840"/>
          </a:xfrm>
          <a:prstGeom prst="rect">
            <a:avLst/>
          </a:prstGeom>
          <a:solidFill>
            <a:srgbClr val="F0F6F8"/>
          </a:solidFill>
          <a:ln w="19050">
            <a:solidFill>
              <a:srgbClr val="005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1828800" cy="2834640"/>
          </a:xfrm>
          <a:prstGeom prst="rect">
            <a:avLst/>
          </a:prstGeom>
        </p:spPr>
      </p:pic>
      <p:pic>
        <p:nvPicPr>
          <p:cNvPr id="11" name="Picture 10" descr="screenshot_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965960"/>
            <a:ext cx="1828800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51206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Home screen with map + store discovery  |  Store detail with product inventory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1463040" cy="27432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2646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More Screens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5486400" cy="1554480"/>
          </a:xfrm>
          <a:prstGeom prst="rect">
            <a:avLst/>
          </a:prstGeom>
          <a:solidFill>
            <a:srgbClr val="F0F6F8"/>
          </a:solidFill>
          <a:ln w="19050">
            <a:solidFill>
              <a:srgbClr val="005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creenshot_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74519"/>
            <a:ext cx="1463040" cy="1280160"/>
          </a:xfrm>
          <a:prstGeom prst="rect">
            <a:avLst/>
          </a:prstGeom>
        </p:spPr>
      </p:pic>
      <p:pic>
        <p:nvPicPr>
          <p:cNvPr id="17" name="Picture 16" descr="screenshot_mercha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874519"/>
            <a:ext cx="1463040" cy="1280160"/>
          </a:xfrm>
          <a:prstGeom prst="rect">
            <a:avLst/>
          </a:prstGeom>
        </p:spPr>
      </p:pic>
      <p:pic>
        <p:nvPicPr>
          <p:cNvPr id="18" name="Picture 17" descr="screenshot_pro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0" y="1874519"/>
            <a:ext cx="1463040" cy="12801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09360" y="3383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Cart  |  Merchant Dashboard  |  Profile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840480"/>
            <a:ext cx="1463040" cy="27432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4962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Hyperlink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206240"/>
            <a:ext cx="5486400" cy="731520"/>
          </a:xfrm>
          <a:prstGeom prst="rect">
            <a:avLst/>
          </a:prstGeom>
          <a:solidFill>
            <a:srgbClr val="F0F6F8"/>
          </a:solidFill>
          <a:ln w="19050">
            <a:solidFill>
              <a:srgbClr val="005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A6E"/>
                </a:solidFill>
                <a:latin typeface="Calibri"/>
              </a:defRPr>
            </a:pPr>
            <a:r>
              <a:t>Live Demo: C:\Users\pramo\Email Automation-Checker\ppt\demo_app.html</a:t>
            </a:r>
            <a:br/>
            <a:r>
              <a:t>(Open in Edge/Chrome to interact)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5120640"/>
            <a:ext cx="1828800" cy="27432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12978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Planned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4406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Interactive map-based store discovery (GPS-enabled) with real-time inventory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Search &amp; filter by style, size, category, price range; payment gateway integration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Merchant dashboard for inventory mgmt, order fulfillment &amp; sales analytics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Push notifications for order status updates and promotions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E5EB"/>
                </a:solidFill>
                <a:latin typeface="Calibri"/>
              </a:defRPr>
            </a:pPr>
            <a:r>
              <a:t>thinkQbator Fast-Track Batch  |  Local Clothing Store Discovery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thinkQbator  •  FAST-TRACK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E5EB"/>
                </a:solidFill>
                <a:latin typeface="Calibri"/>
              </a:defRPr>
            </a:pPr>
            <a:r>
              <a:t>Product Readiness Submission  |  Slide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A6E"/>
                </a:solidFill>
                <a:latin typeface="Calibri"/>
              </a:defRPr>
            </a:pPr>
            <a:r>
              <a:t>Proof on the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097280"/>
            <a:ext cx="4846320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1247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STATUS:  Functional Prototype / Pre-Deployment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743200" cy="27432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37943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Customer / User Testimonial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5303520" cy="1828800"/>
          </a:xfrm>
          <a:prstGeom prst="rect">
            <a:avLst/>
          </a:prstGeom>
          <a:solidFill>
            <a:srgbClr val="F0F6F8"/>
          </a:solidFill>
          <a:ln w="19050">
            <a:solidFill>
              <a:srgbClr val="005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“The prototype gives a clear sense of how the app will work in real life — browsing stores nearby, checking stock, and ordering all in one place. This solves a real pain point for local shopping.”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— Early tester feedback (pilot onboarding Q3 2026)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3200400" cy="27432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37943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Prototype Demo Screens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194560"/>
            <a:ext cx="5577840" cy="1828800"/>
          </a:xfrm>
          <a:prstGeom prst="rect">
            <a:avLst/>
          </a:prstGeom>
          <a:solidFill>
            <a:srgbClr val="F0F6F8"/>
          </a:solidFill>
          <a:ln w="19050">
            <a:solidFill>
              <a:srgbClr val="005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creen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31720"/>
            <a:ext cx="1371600" cy="1554480"/>
          </a:xfrm>
          <a:prstGeom prst="rect">
            <a:avLst/>
          </a:prstGeom>
        </p:spPr>
      </p:pic>
      <p:pic>
        <p:nvPicPr>
          <p:cNvPr id="17" name="Picture 16" descr="screenshot_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2331720"/>
            <a:ext cx="1371600" cy="1554480"/>
          </a:xfrm>
          <a:prstGeom prst="rect">
            <a:avLst/>
          </a:prstGeom>
        </p:spPr>
      </p:pic>
      <p:pic>
        <p:nvPicPr>
          <p:cNvPr id="18" name="Picture 17" descr="screenshot_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331720"/>
            <a:ext cx="1371600" cy="1554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17920" y="41148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Interactive prototype showcasing all key user flows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97680"/>
            <a:ext cx="1463040" cy="27432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30682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11430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1. Functional prototype completed — demo_app.html showcases full UX flow (discovery, inventory, cart, merchant dashboard)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2. Next: Convert prototype to actual mobile app (React Native / Flutter) with real backend API and database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3. Onboard 10–15 pilot stores in a target locality; gather user feedback and iterate on product features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4. Scale to 50+ stores and 1,000+ users in Year 1; capture field photos, testimonials, and usage 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E5EB"/>
                </a:solidFill>
                <a:latin typeface="Calibri"/>
              </a:defRPr>
            </a:pPr>
            <a:r>
              <a:t>thinkQbator Fast-Track Batch  |  Local Clothing Store Discovery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